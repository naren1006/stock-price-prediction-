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Price Prediction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Machine Learning &amp;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web-based application that predicts stock prices using machine 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Stock market prediction is complex. This project aims to simplify prediction using historical data and ML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Data Fetching → Preprocessing → Model Training → Prediction → Output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Pandas</a:t>
            </a:r>
          </a:p>
          <a:p>
            <a:r>
              <a:t>• yFinance</a:t>
            </a:r>
          </a:p>
          <a:p>
            <a:r>
              <a:t>• Scikit-learn</a:t>
            </a:r>
          </a:p>
          <a:p>
            <a:r>
              <a:t>•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data is fetched using yFinance API based on stock symbol and selected date range.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'Close' price</a:t>
            </a:r>
          </a:p>
          <a:p>
            <a:r>
              <a:t>• Shift values for prediction</a:t>
            </a:r>
          </a:p>
          <a:p>
            <a:r>
              <a:t>• Scale data using StandardScaler</a:t>
            </a:r>
          </a:p>
          <a:p>
            <a:r>
              <a:t>• Split into train/test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uses past closing prices to predict future prices using time-shift technique.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</a:t>
            </a:r>
          </a:p>
          <a:p>
            <a:r>
              <a:t>• Random Forest Regressor</a:t>
            </a:r>
          </a:p>
          <a:p>
            <a:r>
              <a:t>• XGBoost Regressor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models using historical data</a:t>
            </a:r>
          </a:p>
          <a:p>
            <a:r>
              <a:t>• Evaluate performance using test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R² Score (accuracy)</a:t>
            </a:r>
          </a:p>
          <a:p>
            <a:r>
              <a:t>• Mean Absolute Error (MAE)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selects number of days</a:t>
            </a:r>
          </a:p>
          <a:p>
            <a:r>
              <a:t>• Model predicts future prices</a:t>
            </a:r>
          </a:p>
          <a:p>
            <a:r>
              <a:t>• Outputs day-wise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Sidebar inputs (symbol, dates)</a:t>
            </a:r>
          </a:p>
          <a:p>
            <a:r>
              <a:t>• Buttons for actions</a:t>
            </a:r>
          </a:p>
          <a:p>
            <a:r>
              <a:t>• Dynamic display of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use</a:t>
            </a:r>
          </a:p>
          <a:p>
            <a:r>
              <a:t>• Real-time data</a:t>
            </a:r>
          </a:p>
          <a:p>
            <a:r>
              <a:t>• Multiple model comparison</a:t>
            </a:r>
          </a:p>
          <a:p>
            <a:r>
              <a:t>• Fast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Depends on historical data</a:t>
            </a:r>
          </a:p>
          <a:p>
            <a:r>
              <a:t>• Market volatility not fully captured</a:t>
            </a:r>
          </a:p>
          <a:p>
            <a:r>
              <a:t>• No external factors considered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deep learning models (LSTM)</a:t>
            </a:r>
          </a:p>
          <a:p>
            <a:r>
              <a:t>• Include news sentiment analysis</a:t>
            </a:r>
          </a:p>
          <a:p>
            <a:r>
              <a:t>• Improve UI with charts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ML can be used to predict stock prices in a simple and effective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</Words>
  <Application>Microsoft Office PowerPoint</Application>
  <PresentationFormat>On-screen Show (4:3)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Stock Price Prediction App</vt:lpstr>
      <vt:lpstr>Introduction</vt:lpstr>
      <vt:lpstr>Problem Statement</vt:lpstr>
      <vt:lpstr>System Architecture</vt:lpstr>
      <vt:lpstr>Technologies Used</vt:lpstr>
      <vt:lpstr>Data Collection</vt:lpstr>
      <vt:lpstr>Data Preprocessing</vt:lpstr>
      <vt:lpstr>Feature Engineering</vt:lpstr>
      <vt:lpstr>Machine Learning Models</vt:lpstr>
      <vt:lpstr>Model Training</vt:lpstr>
      <vt:lpstr>Evaluation Metrics</vt:lpstr>
      <vt:lpstr>Prediction Process</vt:lpstr>
      <vt:lpstr>Streamlit UI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NARENDRAN B</cp:lastModifiedBy>
  <cp:revision>2</cp:revision>
  <dcterms:created xsi:type="dcterms:W3CDTF">2013-01-27T09:14:16Z</dcterms:created>
  <dcterms:modified xsi:type="dcterms:W3CDTF">2026-04-06T16:14:49Z</dcterms:modified>
  <cp:category/>
</cp:coreProperties>
</file>