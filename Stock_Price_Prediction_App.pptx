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266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Stock Price Prediction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Streamlit-based web app for predicting stock prices using Machine Learning models.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build an interactive application that fetches stock data and predicts future prices using ML models.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Streamlit</a:t>
            </a:r>
          </a:p>
          <a:p>
            <a:r>
              <a:t>• Pandas</a:t>
            </a:r>
          </a:p>
          <a:p>
            <a:r>
              <a:t>• yFinance</a:t>
            </a:r>
          </a:p>
          <a:p>
            <a:r>
              <a:t>• Scikit-learn</a:t>
            </a:r>
          </a:p>
          <a:p>
            <a:r>
              <a:t>• XGBoost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Fetch real-time stock data</a:t>
            </a:r>
          </a:p>
          <a:p>
            <a:pPr marL="0" indent="0">
              <a:buNone/>
            </a:pPr>
            <a:r>
              <a:rPr dirty="0"/>
              <a:t>• Data visualization</a:t>
            </a:r>
          </a:p>
          <a:p>
            <a:pPr marL="0" indent="0">
              <a:buNone/>
            </a:pPr>
            <a:r>
              <a:rPr dirty="0"/>
              <a:t>• Multiple ML models</a:t>
            </a:r>
          </a:p>
          <a:p>
            <a:pPr marL="0" indent="0">
              <a:buNone/>
            </a:pPr>
            <a:r>
              <a:rPr dirty="0"/>
              <a:t>• Future price prediction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Stock data is fetched using yFinance API based on user input (symbol, date range).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Select 'Close' price</a:t>
            </a:r>
          </a:p>
          <a:p>
            <a:pPr marL="0" indent="0">
              <a:buNone/>
            </a:pPr>
            <a:r>
              <a:rPr dirty="0"/>
              <a:t>• Create target using shift</a:t>
            </a:r>
          </a:p>
          <a:p>
            <a:pPr marL="0" indent="0">
              <a:buNone/>
            </a:pPr>
            <a:r>
              <a:rPr dirty="0"/>
              <a:t>• Remove missing values</a:t>
            </a:r>
          </a:p>
          <a:p>
            <a:pPr marL="0" indent="0">
              <a:buNone/>
            </a:pPr>
            <a:r>
              <a:rPr dirty="0"/>
              <a:t>• Feature scaling using </a:t>
            </a:r>
            <a:r>
              <a:rPr dirty="0" err="1"/>
              <a:t>StandardScaler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Linear Regression</a:t>
            </a:r>
          </a:p>
          <a:p>
            <a:pPr marL="0" indent="0">
              <a:buNone/>
            </a:pPr>
            <a:r>
              <a:rPr dirty="0"/>
              <a:t>• Random Forest Regressor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XGBoost</a:t>
            </a:r>
            <a:r>
              <a:rPr dirty="0"/>
              <a:t> Regressor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Train-test split (80-20)</a:t>
            </a:r>
          </a:p>
          <a:p>
            <a:pPr marL="0" indent="0">
              <a:buNone/>
            </a:pPr>
            <a:r>
              <a:rPr dirty="0"/>
              <a:t>• Fit model on training data</a:t>
            </a:r>
          </a:p>
          <a:p>
            <a:pPr marL="0" indent="0">
              <a:buNone/>
            </a:pPr>
            <a:r>
              <a:rPr dirty="0"/>
              <a:t>• Evaluate using R2 score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Prediction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Use last N days data</a:t>
            </a:r>
          </a:p>
          <a:p>
            <a:pPr marL="0" indent="0">
              <a:buNone/>
            </a:pPr>
            <a:r>
              <a:rPr dirty="0"/>
              <a:t>• Scale data</a:t>
            </a:r>
          </a:p>
          <a:p>
            <a:pPr marL="0" indent="0">
              <a:buNone/>
            </a:pPr>
            <a:r>
              <a:rPr dirty="0"/>
              <a:t>• Predict future stock prices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Sidebar for inputs</a:t>
            </a:r>
          </a:p>
          <a:p>
            <a:pPr marL="0" indent="0">
              <a:buNone/>
            </a:pPr>
            <a:r>
              <a:rPr dirty="0"/>
              <a:t>• Display recent data</a:t>
            </a:r>
          </a:p>
          <a:p>
            <a:pPr marL="0" indent="0">
              <a:buNone/>
            </a:pPr>
            <a:r>
              <a:rPr dirty="0"/>
              <a:t>• Button to run prediction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R2 Score</a:t>
            </a:r>
          </a:p>
          <a:p>
            <a:pPr marL="0" indent="0">
              <a:buNone/>
            </a:pPr>
            <a:r>
              <a:rPr dirty="0"/>
              <a:t>• Mean Absolute Error (optional)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This app helps users understand stock trends and make basic predictions using machine learning.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98CB0-F822-904C-91D3-EF91B8879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82988"/>
            <a:ext cx="8229600" cy="1143000"/>
          </a:xfrm>
        </p:spPr>
        <p:txBody>
          <a:bodyPr/>
          <a:lstStyle/>
          <a:p>
            <a:r>
              <a:rPr lang="en-US" dirty="0"/>
              <a:t>THANK YOU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3466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197</Words>
  <Application>Microsoft Office PowerPoint</Application>
  <PresentationFormat>On-screen Show (4:3)</PresentationFormat>
  <Paragraphs>44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Stock Price Prediction App</vt:lpstr>
      <vt:lpstr>Objective</vt:lpstr>
      <vt:lpstr>Technologies Used</vt:lpstr>
      <vt:lpstr>Key Features</vt:lpstr>
      <vt:lpstr>Data Collection</vt:lpstr>
      <vt:lpstr>Data Preprocessing</vt:lpstr>
      <vt:lpstr>Models Used</vt:lpstr>
      <vt:lpstr>Model Training</vt:lpstr>
      <vt:lpstr>Prediction Logic</vt:lpstr>
      <vt:lpstr>User Interface</vt:lpstr>
      <vt:lpstr>Performance Metrics</vt:lpstr>
      <vt:lpstr>Conclusion</vt:lpstr>
      <vt:lpstr>THANK YOU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NARENDRAN B</cp:lastModifiedBy>
  <cp:revision>2</cp:revision>
  <dcterms:created xsi:type="dcterms:W3CDTF">2013-01-27T09:14:16Z</dcterms:created>
  <dcterms:modified xsi:type="dcterms:W3CDTF">2026-04-08T06:45:28Z</dcterms:modified>
  <cp:category/>
</cp:coreProperties>
</file>